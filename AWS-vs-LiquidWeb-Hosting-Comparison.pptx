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AWS (as estimated)</c:v>
                  </c:pt>
                  <c:pt idx="1">
                    <c:v>AWS + realistic extras</c:v>
                  </c:pt>
                  <c:pt idx="2">
                    <c:v>Liquid Web (incremental)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180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Total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AWS (as estimated)</c:v>
                  </c:pt>
                  <c:pt idx="1">
                    <c:v>AWS + realistic extras</c:v>
                  </c:pt>
                  <c:pt idx="2">
                    <c:v>Liquid Web (incremental)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888</c:v>
                </c:pt>
                <c:pt idx="1">
                  <c:v>2160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33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22860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DECISION BRIEF · APRIL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vs. Liquid Web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&amp; hosting recommendation for the Radiant Digital site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visitors (projected)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$74/mo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02336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estimate as provided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$0/mo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22376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Web (already owned)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6309360"/>
            <a:ext cx="10515600" cy="0"/>
          </a:xfrm>
          <a:prstGeom prst="line">
            <a:avLst/>
          </a:prstGeom>
          <a:noFill/>
          <a:ln w="9525">
            <a:solidFill>
              <a:srgbClr val="BFD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· Radiant Digital · Let's embark.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actually deploying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47672"/>
            <a:ext cx="585216" cy="585216"/>
          </a:xfrm>
          <a:prstGeom prst="ellipse">
            <a:avLst/>
          </a:prstGeom>
          <a:solidFill>
            <a:srgbClr val="1732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665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92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00200" y="2240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React/Vite marketing site. Mostly static content, no login.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953512"/>
            <a:ext cx="585216" cy="585216"/>
          </a:xfrm>
          <a:prstGeom prst="ellipse">
            <a:avLst/>
          </a:prstGeom>
          <a:solidFill>
            <a:srgbClr val="1732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0723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98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600200" y="3246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Node/Express chat service. Handles LLM calls + rate limiting.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959352"/>
            <a:ext cx="585216" cy="585216"/>
          </a:xfrm>
          <a:prstGeom prst="ellipse">
            <a:avLst/>
          </a:prstGeom>
          <a:solidFill>
            <a:srgbClr val="1732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782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904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0020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React SPA. Admin toggles chat between Static and LLM mode.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800600"/>
            <a:ext cx="11064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965192"/>
            <a:ext cx="585216" cy="585216"/>
          </a:xfrm>
          <a:prstGeom prst="ellipse">
            <a:avLst/>
          </a:prstGeom>
          <a:solidFill>
            <a:srgbClr val="1732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840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910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600200" y="5257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(external). Invoked only when chat is in LLM mode.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TRAFFIC: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visits per month · chat engagement is optional · no user accounts, no database-backed CMS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AWS estimate, itemized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583680" cy="5029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· US EAST (OHIO)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· 1 hybrid node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$73.00</a:t>
            </a:r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Elastic Container Registry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685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 storage · 10 GB inbound DT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$1.00</a:t>
            </a:r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" y="4050792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97680"/>
            <a:ext cx="6035040" cy="141732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$74.00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0233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$888.00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058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$0.00 · excludes taxes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783080"/>
            <a:ext cx="4206240" cy="4389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IN THIS ESTIMATE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 will actually need to run a real site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926080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73568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Fargate compute for workload</a:t>
            </a:r>
            <a:endParaRPr lang="en-US" sz="1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310128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973568" y="32644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or any managed database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69417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973568" y="36484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 for frontend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078224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973568" y="40325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462272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973568" y="4416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(~$35/mo if needed)</a:t>
            </a:r>
            <a:endParaRPr lang="en-US" sz="12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4846320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973568" y="4800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out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5230368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973568" y="5184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monitoring &amp; logs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561441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973568" y="55686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 (Gemini or Bedrock)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LIQUID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shared cPanel — incremental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029200" cy="4389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4389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MONTHLY 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80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pay for the shared cPanel plan.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5394960"/>
            <a:ext cx="44805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394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Gemini API (LLM calls)  </a:t>
            </a:r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~$1–3 / 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57607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ALREADY PAID FOR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65176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37960" y="2560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cPanel shared hosting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28529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control panel, file manager, FTP/SFTP access.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3375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37960" y="3246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hosting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React build output to public_html/ and admin/.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02336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 support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37960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cPanel's 'Setup Node.js App' runs your Express backend.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7091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37960" y="4617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AutoSSL (Let's Encrypt)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537960" y="4910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SSL certificates auto-provisioned and renewed.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3949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37960" y="5303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(when needed)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537960" y="5596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if the CMS is re-enabled later.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annual — for the scope above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772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108960" cy="4480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7824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90×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77824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on Liquid Web over 12 months, for our actual scope.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0" y="4663440"/>
            <a:ext cx="2560320" cy="0"/>
          </a:xfrm>
          <a:prstGeom prst="line">
            <a:avLst/>
          </a:prstGeom>
          <a:noFill/>
          <a:ln w="6350">
            <a:solidFill>
              <a:srgbClr val="BFD7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ESTIMATE ONLY COVERS: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78240" y="5074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 + ECR. Compute, DB, LB, data transfer not included.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6946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514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Practically unlimited scale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28346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+ managed services handle spikes from 2K to 2M visits without re-platforming.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28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2735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compliance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3000" y="359359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HIPAA, FedRAMP — needed if clients demand data residency or audit trails.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873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032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managed ecosystem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352544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RDS, Kendra, Neptune, S3 — swap in as needed without changing vendors.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463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edge via CloudFront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511149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delivery worldwide if Radiant ever expands beyond current markets.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0527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5550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Pay-per-use options exist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3000" y="58704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S3 can be very cheap — if you pick the right services.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72200" y="1783080"/>
            <a:ext cx="54406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7"/>
          <p:cNvSpPr/>
          <p:nvPr/>
        </p:nvSpPr>
        <p:spPr>
          <a:xfrm>
            <a:off x="6446520" y="1783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172200" y="2331720"/>
            <a:ext cx="544068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56946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2514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 is over-provisioned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766560" y="28346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$73/mo just to turn on a control plane we don't need for 2K visits/month.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328416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0" y="32735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is incomplete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766560" y="359359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compute, DB, load balancer, data transfer — real AWS bill will be higher.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87368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66560" y="4032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Steeper setup &amp; learning curve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6766560" y="4352544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VPC, Route 53, security groups — days of config before first deploy.</a:t>
            </a:r>
            <a:endParaRPr lang="en-US" sz="11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846320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766560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ops burden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6766560" y="511149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to watch bills, patch nodes (for EKS), manage access keys.</a:t>
            </a:r>
            <a:endParaRPr lang="en-US" sz="11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5605272"/>
            <a:ext cx="237744" cy="23774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766560" y="5550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Lock-in if we go deep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6766560" y="58704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use of Bedrock/Kendra ties us to AWS — harder to migrate later.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LIQUID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6946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514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incremental cost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28346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is already paid for. Deploying more workloads costs nothing extra.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28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2735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2K visits/mo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3000" y="359359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cPanel has plenty of headroom at this traffic level.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873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032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cPanel workflow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352544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Manager, Node.js App UI, AutoSSL — predictable tools we already know.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463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time-to-deploy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511149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static files into public_html and configure Node App — live in an afternoon.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0527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5550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rewrite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3000" y="58704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Express backend runs as-is — no Lambda wrappers, no IAM policies.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72200" y="1783080"/>
            <a:ext cx="54406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7"/>
          <p:cNvSpPr/>
          <p:nvPr/>
        </p:nvSpPr>
        <p:spPr>
          <a:xfrm>
            <a:off x="6446520" y="1783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172200" y="2331720"/>
            <a:ext cx="544068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56946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2514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 limits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766560" y="28346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on the same host can slow things down. Fine at low traffic, risky at scale.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328416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0" y="32735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support varies by plan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766560" y="359359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verify 'Setup Node.js App' is enabled and Node 18+ is offered.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87368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66560" y="4032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ops &amp; patching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6766560" y="4352544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autoscaling, no managed monitoring — we own uptime and backups.</a:t>
            </a:r>
            <a:endParaRPr lang="en-US" sz="11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846320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766560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for future features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6766560" y="511149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WebSockets, background workers, GPU inference — not really this tier's strengths.</a:t>
            </a:r>
            <a:endParaRPr lang="en-US" sz="11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5605272"/>
            <a:ext cx="237744" cy="23774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766560" y="5550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strict compliance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6766560" y="58704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doesn't produce the audit posture some enterprise clients expect.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13716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to Liquid Web now.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Revisit AWS when we outgrow it.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566160" cy="2331720"/>
          </a:xfrm>
          <a:prstGeom prst="rect">
            <a:avLst/>
          </a:prstGeom>
          <a:solidFill>
            <a:srgbClr val="17325C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3566160" cy="7315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977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one-sided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starts at $888/year for control plane alone. Liquid Web adds ~$24/yr for LLM calls. Same site, same visitors.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3657600"/>
            <a:ext cx="3566160" cy="2331720"/>
          </a:xfrm>
          <a:prstGeom prst="rect">
            <a:avLst/>
          </a:prstGeom>
          <a:solidFill>
            <a:srgbClr val="17325C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657600"/>
            <a:ext cx="3566160" cy="7315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9776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is small &amp; stable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4632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static pages, one chat service, ~2K visits/month. Nothing here needs Kubernetes, managed DBs, or a global CDN.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3657600"/>
            <a:ext cx="3566160" cy="2331720"/>
          </a:xfrm>
          <a:prstGeom prst="rect">
            <a:avLst/>
          </a:prstGeom>
          <a:solidFill>
            <a:srgbClr val="17325C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3657600"/>
            <a:ext cx="3566160" cy="7315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3977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always available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953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traffic 10× or a client requires AWS-level compliance, moving the static site + Express API is straightforward.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AWS at 20K+ visits/month, when the CMS returns, or if a client requires SOC 2 / HIPAA / data residency.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ship on Liquid Web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86868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01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7465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Liquid Web capabilities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57400" y="20391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cPanel: 'Setup Node.js App' is available and Node 18+ is supported. Check resource limits.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46920" y="1883664"/>
            <a:ext cx="1828800" cy="365760"/>
          </a:xfrm>
          <a:prstGeom prst="rect">
            <a:avLst/>
          </a:prstGeom>
          <a:solidFill>
            <a:srgbClr val="F6F8F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4692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514600"/>
            <a:ext cx="86868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51460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2491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25694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upload the frontend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057400" y="28620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run build in the main React site. Upload dist/ contents to public_html/. Repeat for the admin panel in public_html/admin/.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646920" y="2706624"/>
            <a:ext cx="1828800" cy="365760"/>
          </a:xfrm>
          <a:prstGeom prst="rect">
            <a:avLst/>
          </a:prstGeom>
          <a:solidFill>
            <a:srgbClr val="F6F8F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46920" y="27066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33756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337560"/>
            <a:ext cx="86868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33756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547872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57400" y="33924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Node.js backend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057400" y="36850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Node.js App pointing at radiant-chat-api/index.js. Set environment variables (Gemini key, admin hash, JWT secret).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646920" y="3529584"/>
            <a:ext cx="1828800" cy="365760"/>
          </a:xfrm>
          <a:prstGeom prst="rect">
            <a:avLst/>
          </a:prstGeom>
          <a:solidFill>
            <a:srgbClr val="F6F8F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646920" y="3529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16052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4160520"/>
            <a:ext cx="86868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6"/>
          <p:cNvSpPr/>
          <p:nvPr/>
        </p:nvSpPr>
        <p:spPr>
          <a:xfrm>
            <a:off x="548640" y="416052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370832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057400" y="42153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SSL, domain, and a reverse proxy rule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2057400" y="4507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AutoSSL. Add .htaccess rule forwarding /api/* to the Node.js App port. Point DNS.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646920" y="4352544"/>
            <a:ext cx="1828800" cy="365760"/>
          </a:xfrm>
          <a:prstGeom prst="rect">
            <a:avLst/>
          </a:prstGeom>
          <a:solidFill>
            <a:srgbClr val="F6F8F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646920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48640" y="498348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48640" y="4983480"/>
            <a:ext cx="86868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9" name="Text 33"/>
          <p:cNvSpPr/>
          <p:nvPr/>
        </p:nvSpPr>
        <p:spPr>
          <a:xfrm>
            <a:off x="548640" y="498348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193792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057400" y="50383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and go live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2057400" y="53309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static pages, chat in both Static and LLM modes, admin toggle. Check Gemini call flow end-to-end.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9646920" y="5175504"/>
            <a:ext cx="1828800" cy="365760"/>
          </a:xfrm>
          <a:prstGeom prst="rect">
            <a:avLst/>
          </a:prstGeom>
          <a:solidFill>
            <a:srgbClr val="F6F8F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646920" y="5175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6" name="Shape 39"/>
          <p:cNvSpPr/>
          <p:nvPr/>
        </p:nvSpPr>
        <p:spPr>
          <a:xfrm>
            <a:off x="548640" y="5943600"/>
            <a:ext cx="9144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7" name="Text 40"/>
          <p:cNvSpPr/>
          <p:nvPr/>
        </p:nvSpPr>
        <p:spPr>
          <a:xfrm>
            <a:off x="7772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 end-to-end · One engineer · Zero new infrastructure bills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Digital · Hosting Comparison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0607040" y="6537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vs Liquid Web: Hosting Comparison</dc:title>
  <dc:subject>PptxGenJS Presentation</dc:subject>
  <dc:creator>Radiant Digital</dc:creator>
  <cp:lastModifiedBy>Radiant Digital</cp:lastModifiedBy>
  <cp:revision>1</cp:revision>
  <dcterms:created xsi:type="dcterms:W3CDTF">2026-04-23T06:28:24Z</dcterms:created>
  <dcterms:modified xsi:type="dcterms:W3CDTF">2026-04-23T06:28:24Z</dcterms:modified>
</cp:coreProperties>
</file>